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42318"/>
                </a:solidFill>
              </a:rPr>
              <a:t>COMPUTER NETWORKS PROJECT ·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1D1D1F"/>
                </a:solidFill>
              </a:rPr>
              <a:t>SHIELDSCAN</a:t>
            </a:r>
          </a:p>
          <a:p>
            <a:r>
              <a:rPr sz="2200">
                <a:solidFill>
                  <a:srgbClr val="6E6E73"/>
                </a:solidFill>
              </a:rPr>
              <a:t>Modern Network Visibility &amp; Security Assessment Platform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40480"/>
            <a:ext cx="98755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The Network Assessment Challenge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Traditional tools generate overwhelming raw output without context, evidence, or historical intelligence.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2743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E6E73"/>
                </a:solidFill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1600" b="1">
                <a:solidFill>
                  <a:srgbClr val="1D1D1F"/>
                </a:solidFill>
              </a:defRPr>
            </a:pPr>
            <a:r>
              <a:t>Raw Scanner Output</a:t>
            </a:r>
          </a:p>
          <a:p>
            <a:pPr>
              <a:spcBef>
                <a:spcPts val="1000"/>
              </a:spcBef>
              <a:defRPr sz="1200">
                <a:solidFill>
                  <a:srgbClr val="6E6E73"/>
                </a:solidFill>
              </a:defRPr>
            </a:pPr>
            <a:r>
              <a:t>Terminal tools dump thousands of lines of raw text. Security operators must manually parse ports and look up service banners.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286000"/>
            <a:ext cx="2743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E6E73"/>
                </a:solidFill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1600" b="1">
                <a:solidFill>
                  <a:srgbClr val="1D1D1F"/>
                </a:solidFill>
              </a:defRPr>
            </a:pPr>
            <a:r>
              <a:t>Unverifiable Claims</a:t>
            </a:r>
          </a:p>
          <a:p>
            <a:pPr>
              <a:spcBef>
                <a:spcPts val="1000"/>
              </a:spcBef>
              <a:defRPr sz="1200">
                <a:solidFill>
                  <a:srgbClr val="6E6E73"/>
                </a:solidFill>
              </a:defRPr>
            </a:pPr>
            <a:r>
              <a:t>Conventional tools report speculative vulnerabilities without providing auditable evidence of how or why the finding was derived.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9" y="2286000"/>
            <a:ext cx="2743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2318"/>
                </a:solidFill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1600" b="1">
                <a:solidFill>
                  <a:srgbClr val="1D1D1F"/>
                </a:solidFill>
              </a:defRPr>
            </a:pPr>
            <a:r>
              <a:t>Zero Historical Context</a:t>
            </a:r>
          </a:p>
          <a:p>
            <a:pPr>
              <a:spcBef>
                <a:spcPts val="1000"/>
              </a:spcBef>
              <a:defRPr sz="1200">
                <a:solidFill>
                  <a:srgbClr val="6E6E73"/>
                </a:solidFill>
              </a:defRPr>
            </a:pPr>
            <a:r>
              <a:t>Point-in-time scans do not track network drift. Identifying newly exposed ports or resolved risks requires tedious manual diffs.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System Objectives &amp; Engineering Scope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Designing a non-destructive, evidence-driven network assessment architecture.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Multi-Vector Discovery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Verify alive systems via ICMP Echo, TCP SYN connects, and reverse DNS across subnets without hanging.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Asynchronous Enumeration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Conduct high-speed port scanning with controlled concurrency pools and adaptive timeout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Deep Service Fingerprinting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Interrogate services using live protocol handshakes (HTTP, TLS certificates, SSH banners, MySQL).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5204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Evidence-Based Findings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Classify exposures strictly supported by observed data into Informational, Low, Medium, and High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Historical Drift Detection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Track differential changes (+/- hosts, +/- open ports, version upgrades) across consecutive assessments.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920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Automated Executive Reporting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Generate single-source-of-truth DOCX reports and structured exports instantly with zero placeholders.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ShieldScan Product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Live Network Assessment: 192.168.1.0/28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Assessment completed in 42.18s under the 'Standard Assessment' profile.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1D1F"/>
                </a:solidFill>
              </a:defRPr>
            </a:pPr>
            <a:r>
              <a:t>3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Hosts Discovered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Out of 3 scope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1D1F"/>
                </a:solidFill>
              </a:defRPr>
            </a:pPr>
            <a:r>
              <a:t>9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Open Ports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0 filtered / firewalled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1D1F"/>
                </a:solidFill>
              </a:defRPr>
            </a:pPr>
            <a:r>
              <a:t>9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Services Identified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Fingerprinted via banners &amp; TLS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B42318"/>
                </a:solidFill>
              </a:defRPr>
            </a:pPr>
            <a:r>
              <a:t>12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Security Findings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High: 3 | Med: 4</a:t>
            </a:r>
          </a:p>
        </p:txBody>
      </p:sp>
      <p:pic>
        <p:nvPicPr>
          <p:cNvPr id="11" name="Picture 10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297680"/>
            <a:ext cx="5056632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Key Observational Intelligence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• [INFORMATIONAL] Active Service Verification: HTTP (192.168.1.1:80) — Evidence: HTTP 200 OK | Server: lighttpd/1.4.59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• [INFORMATIONAL] Active Service Verification: HTTPS (192.168.1.1:443) — Evidence: TLS 1.3 Handshake completed. CN: gateway.local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• [INFORMATIONAL] Active Service Verification: DNS (192.168.1.1:53) — Evidence: DNS TCP port listening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Why ShieldScan? Complete Network Intelligence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SCAN + VISUALIZE + ANALYZE + COMPARE + REPORT in one unified product experience.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318"/>
                </a:solidFill>
              </a:defRPr>
            </a:pPr>
            <a:r>
              <a:t>Evidence-First Integrity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Never manufactures findings or CVE matches. Every reported risk is traceable directly to an observed raw banner, TLS handshake, or protocol packet.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19456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Integrated Visual Dashboard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Replaces cluttered CLI flags and hacker aesthetics with an Apple-inspired clean UI designed for clarity, progressive depth, and instant comprehension.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Automated Change Detection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Instantly diffs consecutive network scans to highlight newly opened ports, removed hosts, and version migrations across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One-Click Executive Reporting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Derives professional Word (.docx) reports and slide presentations directly from canonical scan data with zero manual transposition.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From Raw Network Data to Understanding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Empowering defensive engineers with accessible network clarity and reliable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4480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1D1F"/>
                </a:solidFill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Transformed port scanning into a comprehensive network visibility platform.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Strictly enforced Apple-inspired light engineering UI (zero dark/neon hacker styling).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Established single-source-of-truth canonical ScanResult model for all reports and UI.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Demonstrated defensive network assessment without offensive exploitation.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286000"/>
            <a:ext cx="4480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2318"/>
                </a:solidFill>
              </a:defRPr>
            </a:pPr>
            <a:r>
              <a:t>Future Roadmap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Heuristic OS Fingerprinting: TCP/IP stack window size and TTL analysis.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Interactive Topology Graph: Force-directed visual mapping of subnet relationships.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Continuous Distributed Agent: Background daemon monitoring for enterprise networks.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Expanded Protocol Probing: Native SMB2/3 tree connect and LDAP schema enumeration.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